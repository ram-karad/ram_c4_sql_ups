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93" d="100"/>
          <a:sy n="93" d="100"/>
        </p:scale>
        <p:origin x="462" y="7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6B4110-F8B6-46D3-B2D2-C3FFABBD7CCD}" type="datetimeFigureOut">
              <a:rPr lang="en-US" smtClean="0"/>
              <a:t>2/13/2026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049284-8DF3-40C0-B804-7D20E001E963}" type="slidenum">
              <a:rPr lang="en-US" smtClean="0"/>
              <a:t>‹#›</a:t>
            </a:fld>
            <a:endParaRPr lang="en-US"/>
          </a:p>
        </p:txBody>
      </p:sp>
    </p:spTree>
    <p:extLst>
      <p:ext uri="{BB962C8B-B14F-4D97-AF65-F5344CB8AC3E}">
        <p14:creationId xmlns:p14="http://schemas.microsoft.com/office/powerpoint/2010/main" val="2011598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Concluding Remarks</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Calculate delivery delay (in days) for each order</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Find Top 10 delayed routes based on average delay days.</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Use window functions to rank all orders by delay within each warehouse.</a:t>
            </a:r>
            <a:endParaRPr dirty="0"/>
          </a:p>
          <a:p>
            <a:r>
              <a:rPr b="0" dirty="0"/>
              <a:t>No alt text provided</a:t>
            </a:r>
            <a:endParaRPr dirty="0"/>
          </a:p>
          <a:p>
            <a:endParaRPr dirty="0"/>
          </a:p>
          <a:p>
            <a:r>
              <a:rPr b="1" dirty="0"/>
              <a:t>tableEx</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For each route, calculate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Identify 3 routes with the worst efficiency ratio.</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Find routes with &gt;20% delayed shipments</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Recommendation potential routes for optimization</a:t>
            </a:r>
            <a:endParaRPr dirty="0"/>
          </a:p>
          <a:p>
            <a:r>
              <a:rPr b="0" dirty="0"/>
              <a:t>No alt text provided</a:t>
            </a:r>
            <a:endParaRPr dirty="0"/>
          </a:p>
          <a:p>
            <a:endParaRPr dirty="0"/>
          </a:p>
          <a:p>
            <a:r>
              <a:rPr b="1" dirty="0"/>
              <a:t>Remarks</a:t>
            </a:r>
            <a:endParaRPr dirty="0"/>
          </a:p>
          <a:p>
            <a:r>
              <a:rPr b="0" dirty="0"/>
              <a:t>No alt text provided</a:t>
            </a:r>
            <a:endParaRPr dirty="0"/>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Calculate total vs. delayed shipments for each warehouse.</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Use CTEs to find bottleneck warehouses where processing time &gt; global</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Rank warehouses based on on-time delivery percentage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Remarks</a:t>
            </a:r>
            <a:endParaRPr dirty="0"/>
          </a:p>
          <a:p>
            <a:r>
              <a:rPr b="0" dirty="0"/>
              <a:t>No alt text provided</a:t>
            </a:r>
            <a:endParaRPr dirty="0"/>
          </a:p>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Rank agents (per route) by on-time delivery percentage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Find agents with on-time % &lt; 80%.</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Compare average speed of top 5 vs bottom 5 agents using subqueries</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Remarks</a:t>
            </a:r>
            <a:endParaRPr dirty="0"/>
          </a:p>
          <a:p>
            <a:r>
              <a:rPr b="0" dirty="0"/>
              <a:t>No alt text provided</a:t>
            </a:r>
            <a:endParaRPr dirty="0"/>
          </a:p>
          <a:p>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For each order, list the last checkpoint and time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Find the most common delay reasons (excluding None)</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Identify orders with &gt;2 delayed checkpoints</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Remarks</a:t>
            </a:r>
            <a:endParaRPr dirty="0"/>
          </a:p>
          <a:p>
            <a:r>
              <a:rPr b="0" dirty="0"/>
              <a:t>No alt text provided</a:t>
            </a:r>
            <a:endParaRPr dirty="0"/>
          </a:p>
          <a:p>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Average Delivery Delay per Region (Start_Location)</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 On-Time Delivery %</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 Average Traffic Delay per Route</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Remarks</a:t>
            </a:r>
            <a:endParaRPr dirty="0"/>
          </a:p>
          <a:p>
            <a:r>
              <a:rPr b="0" dirty="0"/>
              <a:t>No alt text provided</a:t>
            </a:r>
            <a:endParaRPr dirty="0"/>
          </a:p>
          <a:p>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Executive Summary</a:t>
            </a:r>
            <a:endParaRPr dirty="0"/>
          </a:p>
          <a:p>
            <a:r>
              <a:rPr b="0" dirty="0"/>
              <a:t>No alt text provided</a:t>
            </a:r>
            <a:endParaRPr dirty="0"/>
          </a:p>
          <a:p>
            <a:endParaRPr dirty="0"/>
          </a:p>
          <a:p>
            <a:r>
              <a:rPr b="1" dirty="0"/>
              <a:t>Video - Walkthrough Link</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2/13/2026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2/13/2026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hyperlink" Target="https://app.powerbi.com/groups/me/reports/4e220440-9a75-424d-a9c4-dd0515617b47/?pbi_source=PowerPoint" TargetMode="External"/><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hyperlink" Target="https://drive.google.com/file/d/181JET1XtCqahq2JzguvRyijCVqUtYz2A/view?usp=sharing" TargetMode="Externa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textbox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ABOUT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textbox ,Concluding Remarks.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Calculate delivery delay (in days) for each order ,tableEx ,Find Top 10 delayed routes based on average delay days. ,clusteredColumnChart.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2.1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Use window functions to rank all orders by delay within each warehouse. ,tableE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2.2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For each route, calculate ,tableEx ,Identify 3 routes with the worst efficiency ratio. ,clusteredColumnChart.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3.1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Find routes with &gt;20% delayed shipments ,tableEx ,Recommendation potential routes for optimization ,Remarks.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3.2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Calculate total vs. delayed shipments for each warehouse. ,clusteredBarChart ,Use CTEs to find bottleneck warehouses where processing time &gt; global ,clusteredBarChart.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4.1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Rank warehouses based on on-time delivery percentage ,tableEx ,Remarks.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4.2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Rank agents (per route) by on-time delivery percentage ,tableEx ,Find agents with on-time % &lt; 80%. ,lineChart.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5.1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Compare average speed of top 5 vs bottom 5 agents using subqueries ,pieChart ,Remarks.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5.2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For each order, list the last checkpoint and time ,tableEx ,Find the most common delay reasons (excluding None) ,clusteredBarChart.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6.1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Identify orders with &gt;2 delayed checkpoints ,tableEx ,Remarks.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6.2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Average Delivery Delay per Region (Start_Location) ,tableEx , On-Time Delivery % ,donutChart.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7.1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 Average Traffic Delay per Route ,clusteredColumnChart ,Remarks.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7.2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Executive Summary ,Video - Walkthrough Link.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EXECUTIVE SUMMARY</a:t>
            </a:r>
          </a:p>
        </p:txBody>
      </p:sp>
      <p:sp>
        <p:nvSpPr>
          <p:cNvPr id="2" name="TextBox 1">
            <a:extLst>
              <a:ext uri="{FF2B5EF4-FFF2-40B4-BE49-F238E27FC236}">
                <a16:creationId xmlns:a16="http://schemas.microsoft.com/office/drawing/2014/main" id="{3E98CA09-6C86-90CE-4846-BD7FA7D74E4D}"/>
              </a:ext>
            </a:extLst>
          </p:cNvPr>
          <p:cNvSpPr txBox="1"/>
          <p:nvPr/>
        </p:nvSpPr>
        <p:spPr>
          <a:xfrm>
            <a:off x="1119883" y="6185043"/>
            <a:ext cx="10130319" cy="369332"/>
          </a:xfrm>
          <a:prstGeom prst="rect">
            <a:avLst/>
          </a:prstGeom>
          <a:noFill/>
        </p:spPr>
        <p:txBody>
          <a:bodyPr wrap="square" rtlCol="0">
            <a:spAutoFit/>
          </a:bodyPr>
          <a:lstStyle/>
          <a:p>
            <a:r>
              <a:rPr lang="en-US" dirty="0">
                <a:hlinkClick r:id="rId5"/>
              </a:rPr>
              <a:t>https://drive.google.com/file/d/181JET1XtCqahq2JzguvRyijCVqUtYz2A/view?usp=sharing</a:t>
            </a:r>
            <a:endParaRPr lang="en-US" dirty="0"/>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TotalTime>
  <Words>497</Words>
  <Application>Microsoft Office PowerPoint</Application>
  <PresentationFormat>Widescreen</PresentationFormat>
  <Paragraphs>187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Calibri</vt:lpstr>
      <vt:lpstr>Calibri Light</vt:lpstr>
      <vt:lpstr>Custom Design</vt:lpstr>
      <vt:lpstr>ABOUT</vt:lpstr>
      <vt:lpstr>1</vt:lpstr>
      <vt:lpstr>2.1</vt:lpstr>
      <vt:lpstr>2.2</vt:lpstr>
      <vt:lpstr>3.1</vt:lpstr>
      <vt:lpstr>3.2</vt:lpstr>
      <vt:lpstr>4.1</vt:lpstr>
      <vt:lpstr>4.2</vt:lpstr>
      <vt:lpstr>5.1</vt:lpstr>
      <vt:lpstr>5.2</vt:lpstr>
      <vt:lpstr>6.1</vt:lpstr>
      <vt:lpstr>6.2</vt:lpstr>
      <vt:lpstr>7.1</vt:lpstr>
      <vt:lpstr>7.2</vt:lpstr>
      <vt:lpstr>EXECUTIVE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Ramchandra Suryawanshi</cp:lastModifiedBy>
  <cp:revision>6</cp:revision>
  <dcterms:created xsi:type="dcterms:W3CDTF">2016-09-04T11:54:55Z</dcterms:created>
  <dcterms:modified xsi:type="dcterms:W3CDTF">2026-02-13T08:42:33Z</dcterms:modified>
</cp:coreProperties>
</file>